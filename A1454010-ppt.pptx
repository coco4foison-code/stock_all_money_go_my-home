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2" r:id="rId6"/>
    <p:sldId id="259" r:id="rId7"/>
    <p:sldId id="263" r:id="rId8"/>
    <p:sldId id="26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BDF43D-602F-48C5-8C75-6BF9CF87C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D2D70B-BDCC-4CD1-87DF-9838AAC6B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03DD6-DF63-401B-B3D7-98AE361C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71B803-B99D-40DE-BEC0-42F34597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4FE332-DF53-4AFD-90C5-333FD9CE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09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33AD0-4A03-4CC1-8251-0585675B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AAF1F0-F166-4B5E-9C55-038179089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25D0A7-E560-460F-BDDE-0A13AEB3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89691A-EDEF-48BC-BD42-BE9F310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72444A-2F46-4BD6-971A-A115C943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61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3D6CA-EE2C-4D5D-AF4A-B325DE38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B27873-0D8A-43BD-A587-1A0D95B8D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7EDA98-8916-482E-AA8C-05F5675B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8C0CED-08A6-4B01-9648-84596E32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9309A1-E883-4ABB-AB54-40FC2E2B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75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380C1-268A-4ED0-9F13-4821D835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7727E1-E069-4AA8-8B1A-53AE29224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064213-7256-4F2F-A9A3-30559924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34BB77-CAC6-4E3A-BAC9-F7B2D92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F49D3E-C2F1-4526-BE75-563E5DCB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66759E-6E09-4E82-9D4C-63779B5A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27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F32B7-4A5F-47DA-9DC7-A85DD863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CC0C71-6BD8-4FF3-A894-155E7EBE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49C105-D5AA-4753-803A-EE7712A6B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079DCA-77C5-4B0B-8F24-192511A1B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DC30EC-286F-42D5-8EA8-92B73441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4DD456-FFB8-4403-AC65-0D6623D3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934924-FD6A-477D-ADFE-96D8E0EA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6F8E377-95BF-4369-B384-1AD6316B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44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A56E00-952D-48FA-B448-0F01E85C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71B480-1657-45EC-855B-0403B15A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0BA0A71-D2FB-4125-8EAA-3FE4386C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A2F386-93AE-4995-BAB7-59B08C0C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49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C9C58B-7516-426E-9460-CE363F50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365CD0-B7DB-4E61-B74B-85E0653B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B8A93C-EDF0-4783-841C-BC77E525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74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4A9E2-2135-41CB-9DD4-2A577118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855642-AB72-4357-A042-BCA84150C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97FD69-6D73-4EDF-A554-49E59FBC7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CCA62-B0EF-43F7-9852-FF5A1105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99B3CC-BE14-4D79-934F-B940A527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7ADAD8-2706-401A-AFB6-4C641ADA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2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27DAD8-0A37-4D65-86E4-E088B373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42AE610-0FB5-4447-A8EE-BE45C6F5F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2CEC04-00EC-4A0C-9F1B-715F40129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909F72-C201-43A6-8AA7-5881E9C2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1CF120-40C3-4AAB-8562-499147BA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E9DA94-066F-4D6C-9FE1-F45916EE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9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D65511-A0C2-4BEB-9253-D4841EB2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4D422D-6B94-4224-99E3-133D7BD70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0C5F2E-8006-4132-B0AF-FCF78BF0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C24793-7CA6-4D59-B85D-886A86EC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081F88-724E-4CEC-966B-F22C759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0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A62C963-C0EF-4888-A432-A2F435A7F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2AEDE6-DB49-4F14-98C5-2D0FF948F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F4D023-5E59-430C-8E3D-704C64C8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4180A3-F785-4990-A78B-34E7B44F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729EC7-EBD6-47C9-8A35-A78E8FD6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61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2ED5C4A-A073-4491-A74B-DF4C90A4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F12D37-234E-485D-AE87-3EFC3962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28B12E-9616-4253-AA26-BB2002C1D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911161-5A8F-4B2E-972F-BF35DFD11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12B9F8-98B2-4144-BDE9-B30D6A3F3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4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D5E6CD8-3DD3-4600-8702-D20CEA0D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66" y="1163002"/>
            <a:ext cx="10086594" cy="453199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3E94ED-0012-4188-A70E-68F9289E60EA}"/>
              </a:ext>
            </a:extLst>
          </p:cNvPr>
          <p:cNvSpPr txBox="1"/>
          <p:nvPr/>
        </p:nvSpPr>
        <p:spPr>
          <a:xfrm>
            <a:off x="4600135" y="478301"/>
            <a:ext cx="6035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單純 程式 思維</a:t>
            </a:r>
          </a:p>
        </p:txBody>
      </p:sp>
    </p:spTree>
    <p:extLst>
      <p:ext uri="{BB962C8B-B14F-4D97-AF65-F5344CB8AC3E}">
        <p14:creationId xmlns:p14="http://schemas.microsoft.com/office/powerpoint/2010/main" val="144507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C9B01B6-2345-4317-8110-AAA9357B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3" y="1037500"/>
            <a:ext cx="11709273" cy="47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38E3B85-120C-4898-8C0C-16BCC080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169F1F7D-3EE0-4A87-8B0D-BF86FC52B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97676" y="745022"/>
            <a:ext cx="4549045" cy="791813"/>
          </a:xfrm>
        </p:spPr>
      </p:pic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D41C93F6-778C-4EF4-BF62-5B68971DD2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2110576"/>
            <a:ext cx="6046470" cy="3646170"/>
          </a:xfr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7029B1A-CDC7-47A3-BCCB-5502284E8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0" y="2110576"/>
            <a:ext cx="5040630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7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CB04BC8-EDAB-4432-8EF9-147C9811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442912"/>
            <a:ext cx="71247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D318E87-52AB-488B-A70B-57DD52A03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43" y="1651244"/>
            <a:ext cx="7482459" cy="31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CE31271-D8BD-4AA5-A13D-0D9A6DA7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452437"/>
            <a:ext cx="97250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9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D781653-249D-4342-8C05-656E1181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61975"/>
            <a:ext cx="102108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1DB57A-2977-42A5-A90F-1883D30D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8" y="274467"/>
            <a:ext cx="4895850" cy="470535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0FA10C-3CA2-4E84-8C96-38158FF68D74}"/>
              </a:ext>
            </a:extLst>
          </p:cNvPr>
          <p:cNvSpPr txBox="1"/>
          <p:nvPr/>
        </p:nvSpPr>
        <p:spPr>
          <a:xfrm>
            <a:off x="2208628" y="5134562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產出 ．ＣＳＶ　方便　ｏｐｅｎｃｏｄｅ　加工產出　炫目　ＨＴＭＬ</a:t>
            </a:r>
          </a:p>
        </p:txBody>
      </p:sp>
    </p:spTree>
    <p:extLst>
      <p:ext uri="{BB962C8B-B14F-4D97-AF65-F5344CB8AC3E}">
        <p14:creationId xmlns:p14="http://schemas.microsoft.com/office/powerpoint/2010/main" val="142166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</Words>
  <Application>Microsoft Office PowerPoint</Application>
  <PresentationFormat>寬螢幕</PresentationFormat>
  <Paragraphs>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admin</dc:creator>
  <cp:lastModifiedBy>admin</cp:lastModifiedBy>
  <cp:revision>2</cp:revision>
  <dcterms:created xsi:type="dcterms:W3CDTF">2026-06-11T06:16:53Z</dcterms:created>
  <dcterms:modified xsi:type="dcterms:W3CDTF">2026-06-11T07:41:04Z</dcterms:modified>
</cp:coreProperties>
</file>